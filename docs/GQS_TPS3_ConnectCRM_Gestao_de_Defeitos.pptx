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  <p:defaultTextStyle>
    <a:defPPr>
      <a:defRPr lang="pt-BR"/>
    </a:defPPr>
  </p:defaultTextStyle>
</p:presentation>
</file>

<file path=ppt/_rels/presentation.xml.rels><?xml version="1.0" encoding="UTF-8" standalone="yes"?>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0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0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0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0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slid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slid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nectCRM">
  <a:themeElements>
    <a:clrScheme name="ConnectCRM">
      <a:dk1>
        <a:srgbClr val="111827"/>
      </a:dk1>
      <a:lt1>
        <a:srgbClr val="FFFFFF"/>
      </a:lt1>
      <a:dk2>
        <a:srgbClr val="26324A"/>
      </a:dk2>
      <a:lt2>
        <a:srgbClr val="F6F8FC"/>
      </a:lt2>
      <a:accent1>
        <a:srgbClr val="6D5DF6"/>
      </a:accent1>
      <a:accent2>
        <a:srgbClr val="1EA7FF"/>
      </a:accent2>
      <a:accent3>
        <a:srgbClr val="22C55E"/>
      </a:accent3>
      <a:accent4>
        <a:srgbClr val="F59E0B"/>
      </a:accent4>
      <a:accent5>
        <a:srgbClr val="EF4444"/>
      </a:accent5>
      <a:accent6>
        <a:srgbClr val="14B8A6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ConnectCRM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